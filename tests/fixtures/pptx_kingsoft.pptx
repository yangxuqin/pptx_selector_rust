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

<file path=docProps/app.xml><?xml version="1.0" encoding="utf-8"?>
<Properties xmlns="http://schemas.openxmlformats.org/officeDocument/2006/extended-properties" xmlns:vt="http://schemas.openxmlformats.org/officeDocument/2006/docPropsVTypes">
  <Application>Kingsoft Office</Application>
</Properties>
</file>